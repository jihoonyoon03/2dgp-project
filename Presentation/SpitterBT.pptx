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5014A-13A4-CDF4-C614-C9E9FC4E3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E50D13-0A71-8D3A-BEF1-0667E7B9F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E4A5B5-377F-7F55-F049-41425B87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6116B7-9A37-3100-C05F-B7BF85ED4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03C361-3125-DB28-59B2-3FA9086D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20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6DD71-6665-C76A-127C-A3225B15B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27AA55-7628-7D34-0989-899F21118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CE214-3010-A82E-DF53-19385FC02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91FC20-5ED3-41CA-6944-E53F7F2F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B1478-F0B0-80C0-7F9B-A78088AC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20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C191E-0683-50D4-01E3-ED2270BE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29EBF8-8BD5-9A9A-DF1E-283CECC92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1E57C-4076-C44C-C010-99695ABD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4E7B9-9D75-CB63-B76A-CFA717C34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72467D-45F7-C590-3206-5CF2558F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16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25BC-54D2-F0F3-3AC9-72A39554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BAF46-8F5E-C371-7119-C6CC47526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7D562C-6AFA-9589-7CA6-35A317C23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53736-179A-6675-950E-12C2D032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72E42-DE9B-0D18-946C-72DCC077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3BA5AB-91A0-FBC8-2680-41994A71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03567-14CB-D183-FF0F-421DA3EB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346124-0B88-DA83-5104-2B19D5C45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C30468-A545-E720-3C77-BA1913279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AEEC50-7432-D463-40E8-A53AA5471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67A099-4E2A-7A88-D786-BE32FA7B5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F747FB-511E-3E85-08E1-EB9ED143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699C24-724B-1279-7C50-F1B39888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D43D2F-1E38-5826-2295-A99906FF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88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C4E38-7678-4BF8-2446-DFD968B4B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24E51A-CA5D-F716-A97C-F125D7FE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5FE604-4602-AADF-43FD-FBEDB84B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046CCB-E969-CDE6-0D6F-ED593DAA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9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2D45BC-4CC0-DEF0-EF79-85DE4F3F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DD903F-4EAB-EC2F-087E-DAD5EB27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F99CA-57A9-8912-7513-06703C09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F416E-2D8C-2632-85C6-87814CF05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95C8A-8294-9C37-B44B-841CEAE20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75604A-65AD-B517-AF64-FA536B506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B7208-F391-22F4-D43E-B7BE2D09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D29CBD-05F3-1065-3AED-316C0969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A4B26A-D8E8-E7CB-584D-C2681E0B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045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3BCDB-0A80-1A55-1547-DF439576B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9818E6-446B-768D-9A7E-5BF9183BC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4A0368-D79F-B1DB-AC94-BCD2062D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59319C-CD0A-3059-B9D5-B885BBDA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FF666C-B3BD-9B21-53DC-81B530FB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613EAA-8A05-31C8-B97C-51549FEF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72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06C40-42FC-208D-A393-44FE5F85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A96F1A-BD32-7D6A-874C-38A3CD3C9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68565-CC96-52A9-843C-017DEC51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C84E8-F00B-8041-440A-75F8B5B5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DEB8F0-E42D-3600-8FCE-99E9A733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57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BF35B5-65CB-965C-3D38-3AE39B5E2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EC6E9C-C5D5-FA77-45A0-011F0D3C8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DAE9F-7735-11B1-0F18-EF4AEF1D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D1F8B-ED15-793D-0F12-8C3775BF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AB9302-87EB-5DF3-DEC1-E735E12C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24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B773FA-CF66-4477-45FE-6384C15E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8A9E12-5089-46CA-649F-A5624BC92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1EE975-324E-DD27-3BA0-699156673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41F40-6C2C-4825-9366-41E9738C5F2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E3180-363C-7E53-4C21-756A8133F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9C0BBA-2FC3-E73B-5935-648C65F93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25E2A-739B-43B7-9B17-476195B1A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1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436C2F-52F7-2632-24EC-EB2D2AC9CC07}"/>
              </a:ext>
            </a:extLst>
          </p:cNvPr>
          <p:cNvSpPr/>
          <p:nvPr/>
        </p:nvSpPr>
        <p:spPr>
          <a:xfrm>
            <a:off x="4819018" y="351026"/>
            <a:ext cx="2192827" cy="1066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Selector</a:t>
            </a:r>
          </a:p>
          <a:p>
            <a:pPr algn="ctr"/>
            <a:r>
              <a:rPr lang="en-US" altLang="ko-KR" dirty="0"/>
              <a:t>Attack or Chase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D5A6FC-F76E-EA59-39B1-02C0401AC937}"/>
              </a:ext>
            </a:extLst>
          </p:cNvPr>
          <p:cNvSpPr/>
          <p:nvPr/>
        </p:nvSpPr>
        <p:spPr>
          <a:xfrm>
            <a:off x="2245911" y="2327892"/>
            <a:ext cx="1225701" cy="523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Sequence</a:t>
            </a:r>
          </a:p>
          <a:p>
            <a:pPr algn="ctr"/>
            <a:r>
              <a:rPr lang="en-US" altLang="ko-KR" dirty="0"/>
              <a:t>Attack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5E77DB-C70A-F5F0-ED90-3EFCD4B0E059}"/>
              </a:ext>
            </a:extLst>
          </p:cNvPr>
          <p:cNvSpPr/>
          <p:nvPr/>
        </p:nvSpPr>
        <p:spPr>
          <a:xfrm>
            <a:off x="2858762" y="3429000"/>
            <a:ext cx="1225701" cy="859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Is Attack count left?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2919DE-868C-8089-6F3E-A2EFE7B6537F}"/>
              </a:ext>
            </a:extLst>
          </p:cNvPr>
          <p:cNvSpPr/>
          <p:nvPr/>
        </p:nvSpPr>
        <p:spPr>
          <a:xfrm>
            <a:off x="291798" y="3429000"/>
            <a:ext cx="1225701" cy="859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Target location reached?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92BBBD-67E9-B643-A21E-8DBC8594803E}"/>
              </a:ext>
            </a:extLst>
          </p:cNvPr>
          <p:cNvSpPr/>
          <p:nvPr/>
        </p:nvSpPr>
        <p:spPr>
          <a:xfrm>
            <a:off x="1575280" y="3429000"/>
            <a:ext cx="1225701" cy="859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Target ln range?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390146-5E72-1DE1-B968-09B8A057B531}"/>
              </a:ext>
            </a:extLst>
          </p:cNvPr>
          <p:cNvSpPr/>
          <p:nvPr/>
        </p:nvSpPr>
        <p:spPr>
          <a:xfrm>
            <a:off x="4142244" y="3429000"/>
            <a:ext cx="1225701" cy="859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Shoot projectile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F6BC49-AD93-F370-5D1C-BA5CE7A07B76}"/>
              </a:ext>
            </a:extLst>
          </p:cNvPr>
          <p:cNvSpPr/>
          <p:nvPr/>
        </p:nvSpPr>
        <p:spPr>
          <a:xfrm>
            <a:off x="8638765" y="2327892"/>
            <a:ext cx="1225701" cy="523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Selector</a:t>
            </a:r>
          </a:p>
          <a:p>
            <a:pPr algn="ctr"/>
            <a:r>
              <a:rPr lang="en-US" altLang="ko-KR" dirty="0"/>
              <a:t>Chase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7E44B4-F3CC-DF2B-4213-F569989362ED}"/>
              </a:ext>
            </a:extLst>
          </p:cNvPr>
          <p:cNvSpPr/>
          <p:nvPr/>
        </p:nvSpPr>
        <p:spPr>
          <a:xfrm>
            <a:off x="7191332" y="3429000"/>
            <a:ext cx="1225701" cy="1035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Sequence</a:t>
            </a:r>
          </a:p>
          <a:p>
            <a:pPr algn="ctr"/>
            <a:r>
              <a:rPr lang="en-US" altLang="ko-KR" dirty="0"/>
              <a:t>Set target location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81522E-1906-500F-6F58-68DE1BFA4199}"/>
              </a:ext>
            </a:extLst>
          </p:cNvPr>
          <p:cNvSpPr/>
          <p:nvPr/>
        </p:nvSpPr>
        <p:spPr>
          <a:xfrm>
            <a:off x="6331463" y="4924831"/>
            <a:ext cx="1225701" cy="782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Target location not set?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728D23-7908-B75F-4CB2-16380EFBEB56}"/>
              </a:ext>
            </a:extLst>
          </p:cNvPr>
          <p:cNvSpPr/>
          <p:nvPr/>
        </p:nvSpPr>
        <p:spPr>
          <a:xfrm>
            <a:off x="7957304" y="4924831"/>
            <a:ext cx="1225701" cy="782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Set target location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5FF15B-12E0-E980-4EE5-6CB1AD3C6C96}"/>
              </a:ext>
            </a:extLst>
          </p:cNvPr>
          <p:cNvSpPr/>
          <p:nvPr/>
        </p:nvSpPr>
        <p:spPr>
          <a:xfrm>
            <a:off x="9758296" y="3429000"/>
            <a:ext cx="1225701" cy="782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Move to target</a:t>
            </a:r>
            <a:endParaRPr lang="ko-KR" altLang="en-US" dirty="0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2F9CF4C-6E3F-524C-1A41-81CEA1EDF37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931703" y="344162"/>
            <a:ext cx="910789" cy="30566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47BE2BE-C119-5691-F02D-FE56B658AA63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1592977" y="2163214"/>
            <a:ext cx="577459" cy="19541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794D4AF-083D-AEAE-7924-28FC10769B00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5400000">
            <a:off x="2234718" y="2804955"/>
            <a:ext cx="577459" cy="6706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F510DC8-27BD-2EC9-AE94-E8E4963E1CA3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16200000" flipH="1">
            <a:off x="2876458" y="2833844"/>
            <a:ext cx="577459" cy="6128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D28D6A3-5811-1212-5253-22EE92E7C385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16200000" flipH="1">
            <a:off x="3518199" y="2192103"/>
            <a:ext cx="577459" cy="18963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4FBB0F5D-9F79-341C-4A49-5B1905804340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rot="16200000" flipH="1">
            <a:off x="7128130" y="204405"/>
            <a:ext cx="910789" cy="33361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B4017A6-5602-57BB-ED19-D0FE9500DA14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8239171" y="2416554"/>
            <a:ext cx="577459" cy="14474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EBAE1EC7-B171-531C-92D6-297C7002B34A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9522652" y="2580504"/>
            <a:ext cx="577459" cy="11195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E7519185-9A88-E98D-76B9-10920979876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7144205" y="4264853"/>
            <a:ext cx="460088" cy="8598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03A3E89F-6195-3276-6E95-4AC40FA6D7EB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rot="16200000" flipH="1">
            <a:off x="7957125" y="4311801"/>
            <a:ext cx="460088" cy="7659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78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지훈 윤</dc:creator>
  <cp:lastModifiedBy>지훈 윤</cp:lastModifiedBy>
  <cp:revision>1</cp:revision>
  <dcterms:created xsi:type="dcterms:W3CDTF">2025-12-03T09:35:58Z</dcterms:created>
  <dcterms:modified xsi:type="dcterms:W3CDTF">2025-12-03T10:03:31Z</dcterms:modified>
</cp:coreProperties>
</file>