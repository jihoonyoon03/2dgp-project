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5" r:id="rId3"/>
    <p:sldId id="266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64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408" autoAdjust="0"/>
  </p:normalViewPr>
  <p:slideViewPr>
    <p:cSldViewPr snapToGrid="0">
      <p:cViewPr varScale="1">
        <p:scale>
          <a:sx n="122" d="100"/>
          <a:sy n="122" d="100"/>
        </p:scale>
        <p:origin x="809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06AD15-630C-4B8E-8C3F-9FFFAC0ED7E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D880C-52BD-43A5-B06E-CC292C3E72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576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2d</a:t>
            </a:r>
            <a:r>
              <a:rPr lang="ko-KR" altLang="en-US" dirty="0"/>
              <a:t>게임 프로그래밍 </a:t>
            </a:r>
            <a:r>
              <a:rPr lang="en-US" altLang="ko-KR" dirty="0"/>
              <a:t>2</a:t>
            </a:r>
            <a:r>
              <a:rPr lang="ko-KR" altLang="en-US" dirty="0"/>
              <a:t>차 프로젝트 발표를 시작하겠습니다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D880C-52BD-43A5-B06E-CC292C3E72E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3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D880C-52BD-43A5-B06E-CC292C3E72E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539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D880C-52BD-43A5-B06E-CC292C3E72E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645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99C51C-C006-CA8F-186F-8A760EFE3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2C1235-892E-2AF1-10D0-F5FEC7E35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D022E9-8BE2-9566-5105-C8B729180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8DAB2-B839-433B-B9AD-13CAA62C585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811CBA-5101-218D-4559-3290DCD00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4D586F-DF2B-80BF-CA9D-63F50E629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3332-6DA3-470C-8990-5EB9E6DDF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0109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802746-7802-E27B-0312-782C4C6EC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008198-5893-12E1-6E6B-DBD243444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1F5689-217E-34D5-19C3-E470C0E14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8DAB2-B839-433B-B9AD-13CAA62C585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ACEFD6-D43E-E4BE-128C-A1EA24A67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1AE2C8-3A27-5020-D861-5026FDF62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3332-6DA3-470C-8990-5EB9E6DDF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67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D8144-BAAD-B7D1-30D1-C3F64D128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275916-6468-1987-87C1-C3368C061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808763-AB11-6E56-E478-D8029819A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8DAB2-B839-433B-B9AD-13CAA62C585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254083-96F2-9991-06D7-F90F0AD22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66D8B9-F572-8F96-2F3E-30470FED1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3332-6DA3-470C-8990-5EB9E6DDF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537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AF522C-C782-E9E6-88CD-0774B4570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63902B-8BD9-799F-2F5B-2D41F317C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7BDB92-9C97-42B8-A9EB-E852F1116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32913E-3790-29F2-6D87-91C62E78A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8DAB2-B839-433B-B9AD-13CAA62C585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C49FB9-F089-D6AF-BB07-67AE6118E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118A18-5A1C-290D-DB20-B49E9F058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3332-6DA3-470C-8990-5EB9E6DDF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98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380120-B8C2-F440-39AC-9B4F72F23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860EBC-5472-6913-3CDD-D93B2CBD6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4FEAF3-7BF7-2045-9AD2-DE69E0F45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D77C6AF-B5E2-4BE2-9468-0AF12624E6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970BCC1-F2D2-99B7-070F-8D31795BE0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07AD84F-3784-C347-FB19-7BFBB71CC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8DAB2-B839-433B-B9AD-13CAA62C585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61948FB-8B90-3F50-2FAC-C2A084B4F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45CA4E-E134-33AD-F990-D199330BE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3332-6DA3-470C-8990-5EB9E6DDF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0386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5F5994-E5A5-92B7-4524-38F60D28A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086D841-71B2-E263-94F3-BBCADD1D7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8DAB2-B839-433B-B9AD-13CAA62C585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217627-494C-4264-06B6-34FF2B53D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5FD8787-16C3-817A-D119-B2635C65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3332-6DA3-470C-8990-5EB9E6DDF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269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A54C481-B6AA-DA6A-6DEA-588654E8A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8DAB2-B839-433B-B9AD-13CAA62C585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0D52E-DD14-701D-8BAC-F473B5DB8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34340C-4812-CD33-22B8-AC9CBE0D7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3332-6DA3-470C-8990-5EB9E6DDF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695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83D72F-4804-6B35-F166-A76916301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6785C-0ACE-9C68-68EF-52C3C46E0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58A9B4-65A0-AFCC-D748-3A2B7D678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64C5CE-388D-E970-7E98-13650C305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8DAB2-B839-433B-B9AD-13CAA62C585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8E81C0-EE60-2804-BF9B-2B32AFBC6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E0B9D7-21FB-9010-A97B-9BB4405F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3332-6DA3-470C-8990-5EB9E6DDF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769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262FB-6B3B-AFBD-3AFD-556C8D006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CFDA84C-AE40-0FC5-AC8E-8E4E318D5B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C93803-7B7D-B5A6-B85A-D84C034D3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6A2680-44EE-212D-249B-2BDCDCD6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8DAB2-B839-433B-B9AD-13CAA62C585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C3907B-3F96-EE17-DDFD-CD85F11C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AAFF84-4DE4-FFA6-63D4-0D1AFEB2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3332-6DA3-470C-8990-5EB9E6DDF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35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162CE1-CAC3-BF69-88A5-B42FC5C87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E2ACAB-C2DD-5BE1-EC15-2A408A084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97499E-C1F1-CF96-DF52-4CE85F202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8DAB2-B839-433B-B9AD-13CAA62C585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A57796-346F-7C6A-4363-9F3ADAA26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5B48F1-ED9D-9E4D-5B35-4DEF481F1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3332-6DA3-470C-8990-5EB9E6DDF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065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D305457-19BB-CC25-924B-8328BA9556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5AA607-6C24-609B-8B24-01DA8872B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FB9118-7217-363A-1962-1C9F4EA40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8DAB2-B839-433B-B9AD-13CAA62C585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036546-F8EA-23CA-6174-32F19076D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1887DA-7AFA-DE35-93DC-C458C5A9B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3332-6DA3-470C-8990-5EB9E6DDF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541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381B6D8-78E8-9454-DBC7-5ABFE5FD3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74A4AC-54D5-69D9-21E8-E59B241D2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F5BF0D-4221-E44B-0478-F01964EFF5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98DAB2-B839-433B-B9AD-13CAA62C585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AAA04D-B7C9-C3D6-EF8F-9BE9F5BDC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4C3200-50CD-0DA4-13CA-9078DA065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513332-6DA3-470C-8990-5EB9E6DDF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20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3DC1F4-DB01-7418-0384-7ACB5DEF17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2DGP</a:t>
            </a:r>
            <a:r>
              <a:rPr lang="ko-KR" altLang="en-US" dirty="0">
                <a:latin typeface="+mj-ea"/>
              </a:rPr>
              <a:t> 최종</a:t>
            </a:r>
            <a:r>
              <a:rPr lang="en-US" altLang="ko-KR" dirty="0">
                <a:latin typeface="+mj-ea"/>
              </a:rPr>
              <a:t> </a:t>
            </a:r>
            <a:r>
              <a:rPr lang="ko-KR" altLang="en-US" dirty="0">
                <a:latin typeface="+mj-ea"/>
              </a:rPr>
              <a:t>프로젝트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EA3513-9E91-EADF-D4DC-46B1512678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>
              <a:latin typeface="Neo둥근모 Pro" panose="02010503060201040203" pitchFamily="2" charset="-127"/>
              <a:ea typeface="Neo둥근모 Pro" panose="02010503060201040203" pitchFamily="2" charset="-127"/>
            </a:endParaRPr>
          </a:p>
          <a:p>
            <a:r>
              <a:rPr lang="en-US" altLang="ko-KR" dirty="0">
                <a:latin typeface="Neo둥근모 Pro" panose="02010503060201040203" pitchFamily="2" charset="-127"/>
                <a:ea typeface="Neo둥근모 Pro" panose="02010503060201040203" pitchFamily="2" charset="-127"/>
              </a:rPr>
              <a:t>Wall World</a:t>
            </a:r>
          </a:p>
          <a:p>
            <a:r>
              <a:rPr lang="ko-KR" altLang="en-US" dirty="0">
                <a:latin typeface="학교안심 받아쓰기 TTF L" panose="02000403000000000000" pitchFamily="2" charset="-127"/>
                <a:ea typeface="학교안심 받아쓰기 TTF L" panose="02000403000000000000" pitchFamily="2" charset="-127"/>
              </a:rPr>
              <a:t>게임공학과 </a:t>
            </a:r>
            <a:r>
              <a:rPr lang="en-US" altLang="ko-KR" dirty="0">
                <a:latin typeface="학교안심 받아쓰기 TTF L" panose="02000403000000000000" pitchFamily="2" charset="-127"/>
                <a:ea typeface="학교안심 받아쓰기 TTF L" panose="02000403000000000000" pitchFamily="2" charset="-127"/>
              </a:rPr>
              <a:t>2022182025 </a:t>
            </a:r>
            <a:r>
              <a:rPr lang="ko-KR" altLang="en-US" dirty="0">
                <a:latin typeface="학교안심 받아쓰기 TTF L" panose="02000403000000000000" pitchFamily="2" charset="-127"/>
                <a:ea typeface="학교안심 받아쓰기 TTF L" panose="02000403000000000000" pitchFamily="2" charset="-127"/>
              </a:rPr>
              <a:t>윤지훈</a:t>
            </a:r>
          </a:p>
        </p:txBody>
      </p:sp>
    </p:spTree>
    <p:extLst>
      <p:ext uri="{BB962C8B-B14F-4D97-AF65-F5344CB8AC3E}">
        <p14:creationId xmlns:p14="http://schemas.microsoft.com/office/powerpoint/2010/main" val="2760282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788CFE-2D36-90B7-731B-D61501E92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62640"/>
            <a:ext cx="5339362" cy="825405"/>
          </a:xfrm>
        </p:spPr>
        <p:txBody>
          <a:bodyPr>
            <a:normAutofit/>
          </a:bodyPr>
          <a:lstStyle/>
          <a:p>
            <a:r>
              <a:rPr lang="ko-KR" altLang="en-US" sz="3600" dirty="0">
                <a:latin typeface="학교안심 받아쓰기 TTF B" panose="02000703000000000000" pitchFamily="2" charset="-127"/>
                <a:ea typeface="학교안심 받아쓰기 TTF B" panose="02000703000000000000" pitchFamily="2" charset="-127"/>
                <a:cs typeface="ADLaM Display" panose="020F0502020204030204" pitchFamily="2" charset="0"/>
              </a:rPr>
              <a:t>개발 진척도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F07470-0AB2-F9EF-DC8C-ABD2AB888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684592"/>
              </p:ext>
            </p:extLst>
          </p:nvPr>
        </p:nvGraphicFramePr>
        <p:xfrm>
          <a:off x="0" y="614682"/>
          <a:ext cx="12192000" cy="624331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42822">
                  <a:extLst>
                    <a:ext uri="{9D8B030D-6E8A-4147-A177-3AD203B41FA5}">
                      <a16:colId xmlns:a16="http://schemas.microsoft.com/office/drawing/2014/main" val="1973035674"/>
                    </a:ext>
                  </a:extLst>
                </a:gridCol>
                <a:gridCol w="4686874">
                  <a:extLst>
                    <a:ext uri="{9D8B030D-6E8A-4147-A177-3AD203B41FA5}">
                      <a16:colId xmlns:a16="http://schemas.microsoft.com/office/drawing/2014/main" val="897373468"/>
                    </a:ext>
                  </a:extLst>
                </a:gridCol>
                <a:gridCol w="5307196">
                  <a:extLst>
                    <a:ext uri="{9D8B030D-6E8A-4147-A177-3AD203B41FA5}">
                      <a16:colId xmlns:a16="http://schemas.microsoft.com/office/drawing/2014/main" val="3979387955"/>
                    </a:ext>
                  </a:extLst>
                </a:gridCol>
                <a:gridCol w="755108">
                  <a:extLst>
                    <a:ext uri="{9D8B030D-6E8A-4147-A177-3AD203B41FA5}">
                      <a16:colId xmlns:a16="http://schemas.microsoft.com/office/drawing/2014/main" val="687717756"/>
                    </a:ext>
                  </a:extLst>
                </a:gridCol>
              </a:tblGrid>
              <a:tr h="4431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목표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개발 완료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진척도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47143"/>
                  </a:ext>
                </a:extLst>
              </a:tr>
              <a:tr h="8537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타일 맵 시스템을 통한 광산 구조 랜덤 생성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지역별로 탐사 난이도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(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타일 체력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)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에 차등을 둠</a:t>
                      </a:r>
                      <a:endParaRPr lang="en-US" altLang="ko-KR" sz="16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지역 넘어갈 시 웨이브 이벤트 발생</a:t>
                      </a:r>
                      <a:endParaRPr lang="en-US" altLang="ko-KR" sz="16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단일 대형 타일 맵 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3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종 구현 후 랜덤 선택하는 방식으로 구현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지역 시스템 구현 못 함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.</a:t>
                      </a:r>
                      <a:endParaRPr lang="ko-KR" altLang="en-US" sz="16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80%</a:t>
                      </a:r>
                      <a:endParaRPr lang="ko-KR" altLang="en-US" sz="16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806750"/>
                  </a:ext>
                </a:extLst>
              </a:tr>
              <a:tr h="6494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컨트롤러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상하좌우 이동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도킹 시스템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드릴 작동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, </a:t>
                      </a:r>
                      <a:r>
                        <a:rPr lang="ko-KR" altLang="en-US" sz="1600" dirty="0" err="1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터렛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 사격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, UI 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호출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모두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100%</a:t>
                      </a:r>
                      <a:endParaRPr lang="ko-KR" altLang="en-US" sz="16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589820"/>
                  </a:ext>
                </a:extLst>
              </a:tr>
              <a:tr h="822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게임 핵심 요소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광물 채굴 및 광석 흡입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/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저장 시스템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벽 </a:t>
                      </a:r>
                      <a:r>
                        <a:rPr lang="ko-KR" altLang="en-US" sz="1600" dirty="0" err="1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최상단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 도달 시 승리</a:t>
                      </a:r>
                      <a:endParaRPr lang="en-US" altLang="ko-KR" sz="16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채굴과 방어 </a:t>
                      </a:r>
                      <a:r>
                        <a:rPr lang="ko-KR" altLang="en-US" sz="1600" dirty="0" err="1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페이즈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승리 조건을 모든 광석 채굴 후 저장으로 변경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이외는 모두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90%</a:t>
                      </a:r>
                      <a:endParaRPr lang="ko-KR" altLang="en-US" sz="16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325437"/>
                  </a:ext>
                </a:extLst>
              </a:tr>
              <a:tr h="76484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게임 난이도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적 클래스 다수 구현 및 웨이브 </a:t>
                      </a:r>
                      <a:r>
                        <a:rPr lang="ko-KR" altLang="en-US" sz="1600" dirty="0" err="1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회차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 별 적 구성을 다르게 구현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업그레이드 시스템을 통한 난이도 조정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걸어다니는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 적과 날아다니는 적 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2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가지 구현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.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 웨이브</a:t>
                      </a:r>
                      <a:endParaRPr lang="en-US" altLang="ko-KR" sz="16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  <a:p>
                      <a:pPr latinLnBrk="1"/>
                      <a:r>
                        <a:rPr lang="ko-KR" altLang="en-US" sz="1600" dirty="0" err="1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회차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 별 적 물량 증가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일회성 업그레이드 시스템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85%</a:t>
                      </a:r>
                      <a:endParaRPr lang="ko-KR" altLang="en-US" sz="16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855399"/>
                  </a:ext>
                </a:extLst>
              </a:tr>
              <a:tr h="60478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업그레이드 요소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인게임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 일회성 업그레이드와 </a:t>
                      </a:r>
                      <a:r>
                        <a:rPr lang="ko-KR" altLang="en-US" sz="1600" dirty="0" err="1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회차별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 누적 업그레이드 구현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특수 무기 및 장비 시스템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일회성 업그레이드 구현 완료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. 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이외는 구현 못 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70%</a:t>
                      </a:r>
                      <a:endParaRPr lang="ko-KR" altLang="en-US" sz="16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355442"/>
                  </a:ext>
                </a:extLst>
              </a:tr>
              <a:tr h="63450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비주얼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리소스 수집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, </a:t>
                      </a:r>
                      <a:r>
                        <a:rPr lang="ko-KR" altLang="en-US" sz="1600" dirty="0" err="1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파티클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 효과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(VFX) 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구현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무한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/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시차 스크롤링을 통한 배경 입체감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타일 채굴 시 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VFX 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효과만 구현됨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. 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배경 무한 스크롤링만 구현되고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벽면 배경 시차 스크롤링 구현 못 함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.</a:t>
                      </a:r>
                      <a:endParaRPr lang="ko-KR" altLang="en-US" sz="16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75%</a:t>
                      </a:r>
                      <a:endParaRPr lang="ko-KR" altLang="en-US" sz="16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353213"/>
                  </a:ext>
                </a:extLst>
              </a:tr>
              <a:tr h="6464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사운드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배경음악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, UI 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사운드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오브젝트 별 상호작용 사운드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배경음악 및 단발성 사운드 구현 완료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지속적인 이펙트 사운드는 시스템 한계 상 구현 불가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90%</a:t>
                      </a:r>
                      <a:endParaRPr lang="ko-KR" altLang="en-US" sz="16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991231"/>
                  </a:ext>
                </a:extLst>
              </a:tr>
              <a:tr h="82348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최적화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화면 밖 오브젝트 </a:t>
                      </a:r>
                      <a:r>
                        <a:rPr lang="ko-KR" altLang="en-US" sz="1600" dirty="0" err="1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클리핑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오브젝트 풀 시스템 구현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충돌체크 비용 절감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화면 밖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/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타일 드러남 여부로 오브젝트 </a:t>
                      </a:r>
                      <a:r>
                        <a:rPr lang="ko-KR" altLang="en-US" sz="1600" dirty="0" err="1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클리핑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오브젝트 풀 구현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.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 거리 우선 체크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타일 드러남 여부 등을 통한 충돌체크 비용 절감</a:t>
                      </a:r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100%</a:t>
                      </a:r>
                      <a:endParaRPr lang="ko-KR" altLang="en-US" sz="16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88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5459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9996931-EC1E-21E2-B3E3-385DB899F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65" y="1669717"/>
            <a:ext cx="5442728" cy="3518566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F013CC16-957C-E0BC-607B-204C23B00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265" y="463833"/>
            <a:ext cx="5339362" cy="825405"/>
          </a:xfrm>
        </p:spPr>
        <p:txBody>
          <a:bodyPr>
            <a:normAutofit/>
          </a:bodyPr>
          <a:lstStyle/>
          <a:p>
            <a:r>
              <a:rPr lang="ko-KR" altLang="en-US" sz="3600" dirty="0" err="1">
                <a:latin typeface="학교안심 받아쓰기 TTF B" panose="02000703000000000000" pitchFamily="2" charset="-127"/>
                <a:ea typeface="학교안심 받아쓰기 TTF B" panose="02000703000000000000" pitchFamily="2" charset="-127"/>
                <a:cs typeface="ADLaM Display" panose="020F0502020204030204" pitchFamily="2" charset="0"/>
              </a:rPr>
              <a:t>커밋</a:t>
            </a:r>
            <a:r>
              <a:rPr lang="ko-KR" altLang="en-US" sz="3600" dirty="0">
                <a:latin typeface="학교안심 받아쓰기 TTF B" panose="02000703000000000000" pitchFamily="2" charset="-127"/>
                <a:ea typeface="학교안심 받아쓰기 TTF B" panose="02000703000000000000" pitchFamily="2" charset="-127"/>
                <a:cs typeface="ADLaM Display" panose="020F0502020204030204" pitchFamily="2" charset="0"/>
              </a:rPr>
              <a:t> 내역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CF7BB8E-8B08-321F-5E7E-8D2D6FD2A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214060"/>
              </p:ext>
            </p:extLst>
          </p:nvPr>
        </p:nvGraphicFramePr>
        <p:xfrm>
          <a:off x="6194612" y="983825"/>
          <a:ext cx="4935070" cy="492666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67535">
                  <a:extLst>
                    <a:ext uri="{9D8B030D-6E8A-4147-A177-3AD203B41FA5}">
                      <a16:colId xmlns:a16="http://schemas.microsoft.com/office/drawing/2014/main" val="557785941"/>
                    </a:ext>
                  </a:extLst>
                </a:gridCol>
                <a:gridCol w="2467535">
                  <a:extLst>
                    <a:ext uri="{9D8B030D-6E8A-4147-A177-3AD203B41FA5}">
                      <a16:colId xmlns:a16="http://schemas.microsoft.com/office/drawing/2014/main" val="467819296"/>
                    </a:ext>
                  </a:extLst>
                </a:gridCol>
              </a:tblGrid>
              <a:tr h="3922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err="1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커밋</a:t>
                      </a:r>
                      <a:r>
                        <a:rPr lang="ko-KR" altLang="en-US" sz="18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 횟수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925831"/>
                  </a:ext>
                </a:extLst>
              </a:tr>
              <a:tr h="5103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Week of Sep 21</a:t>
                      </a:r>
                      <a:endParaRPr lang="ko-KR" altLang="en-US" sz="18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2</a:t>
                      </a:r>
                      <a:endParaRPr lang="ko-KR" altLang="en-US" sz="18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453031"/>
                  </a:ext>
                </a:extLst>
              </a:tr>
              <a:tr h="5103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Week of Oct 12</a:t>
                      </a:r>
                      <a:endParaRPr lang="ko-KR" altLang="en-US" sz="18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13</a:t>
                      </a:r>
                      <a:endParaRPr lang="ko-KR" altLang="en-US" sz="18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33036"/>
                  </a:ext>
                </a:extLst>
              </a:tr>
              <a:tr h="5103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Week of Oct 19</a:t>
                      </a:r>
                      <a:endParaRPr lang="ko-KR" altLang="en-US" sz="18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15</a:t>
                      </a:r>
                      <a:endParaRPr lang="ko-KR" altLang="en-US" sz="18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13422"/>
                  </a:ext>
                </a:extLst>
              </a:tr>
              <a:tr h="5103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Week of Oct 26</a:t>
                      </a:r>
                      <a:endParaRPr lang="ko-KR" altLang="en-US" sz="18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14</a:t>
                      </a:r>
                      <a:endParaRPr lang="ko-KR" altLang="en-US" sz="18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821292"/>
                  </a:ext>
                </a:extLst>
              </a:tr>
              <a:tr h="5103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Week of Nov 2</a:t>
                      </a:r>
                      <a:endParaRPr lang="ko-KR" altLang="en-US" sz="18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27</a:t>
                      </a:r>
                      <a:endParaRPr lang="ko-KR" altLang="en-US" sz="18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187031"/>
                  </a:ext>
                </a:extLst>
              </a:tr>
              <a:tr h="5103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Week of Nov 9</a:t>
                      </a:r>
                      <a:endParaRPr lang="ko-KR" altLang="en-US" sz="18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17</a:t>
                      </a:r>
                      <a:endParaRPr lang="ko-KR" altLang="en-US" sz="18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416994"/>
                  </a:ext>
                </a:extLst>
              </a:tr>
              <a:tr h="5103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Week of Nov 16</a:t>
                      </a:r>
                      <a:endParaRPr lang="ko-KR" altLang="en-US" sz="18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45</a:t>
                      </a:r>
                      <a:endParaRPr lang="ko-KR" altLang="en-US" sz="18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025975"/>
                  </a:ext>
                </a:extLst>
              </a:tr>
              <a:tr h="4840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Week of Nov 23</a:t>
                      </a:r>
                      <a:endParaRPr lang="ko-KR" altLang="en-US" sz="18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22</a:t>
                      </a:r>
                      <a:endParaRPr lang="ko-KR" altLang="en-US" sz="18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402757"/>
                  </a:ext>
                </a:extLst>
              </a:tr>
              <a:tr h="47788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Week of Nov 30</a:t>
                      </a:r>
                      <a:endParaRPr lang="ko-KR" altLang="en-US" sz="18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학교안심 받아쓰기 TTF L" panose="02000403000000000000" pitchFamily="2" charset="-127"/>
                          <a:ea typeface="학교안심 받아쓰기 TTF L" panose="02000403000000000000" pitchFamily="2" charset="-127"/>
                        </a:rPr>
                        <a:t>63</a:t>
                      </a:r>
                      <a:endParaRPr lang="ko-KR" altLang="en-US" sz="1800" dirty="0">
                        <a:latin typeface="학교안심 받아쓰기 TTF L" panose="02000403000000000000" pitchFamily="2" charset="-127"/>
                        <a:ea typeface="학교안심 받아쓰기 TTF L" panose="02000403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852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5090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ixel font Only">
      <a:majorFont>
        <a:latin typeface="Neo둥근모 Pro"/>
        <a:ea typeface="Neo둥근모 Pro"/>
        <a:cs typeface=""/>
      </a:majorFont>
      <a:minorFont>
        <a:latin typeface="Neo둥근모 Pro"/>
        <a:ea typeface="Neo둥근모 Pr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752</TotalTime>
  <Words>359</Words>
  <Application>Microsoft Office PowerPoint</Application>
  <PresentationFormat>와이드스크린</PresentationFormat>
  <Paragraphs>74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Neo둥근모 Pro</vt:lpstr>
      <vt:lpstr>맑은 고딕</vt:lpstr>
      <vt:lpstr>학교안심 받아쓰기 TTF B</vt:lpstr>
      <vt:lpstr>학교안심 받아쓰기 TTF L</vt:lpstr>
      <vt:lpstr>Arial</vt:lpstr>
      <vt:lpstr>Office 테마</vt:lpstr>
      <vt:lpstr>2DGP 최종 프로젝트 발표</vt:lpstr>
      <vt:lpstr>개발 진척도</vt:lpstr>
      <vt:lpstr>커밋 내역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지훈 윤</dc:creator>
  <cp:lastModifiedBy>지훈 윤</cp:lastModifiedBy>
  <cp:revision>13</cp:revision>
  <dcterms:created xsi:type="dcterms:W3CDTF">2025-09-27T01:30:14Z</dcterms:created>
  <dcterms:modified xsi:type="dcterms:W3CDTF">2025-12-08T14:14:42Z</dcterms:modified>
</cp:coreProperties>
</file>